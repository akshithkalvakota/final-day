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6" r:id="rId3"/>
    <p:sldId id="257" r:id="rId4"/>
    <p:sldId id="258" r:id="rId5"/>
    <p:sldId id="259" r:id="rId6"/>
    <p:sldId id="260" r:id="rId7"/>
    <p:sldId id="277" r:id="rId8"/>
    <p:sldId id="261" r:id="rId9"/>
    <p:sldId id="275" r:id="rId10"/>
    <p:sldId id="262" r:id="rId11"/>
    <p:sldId id="276" r:id="rId12"/>
    <p:sldId id="263" r:id="rId13"/>
    <p:sldId id="278" r:id="rId14"/>
    <p:sldId id="264" r:id="rId15"/>
    <p:sldId id="265" r:id="rId16"/>
    <p:sldId id="273" r:id="rId17"/>
    <p:sldId id="269" r:id="rId18"/>
    <p:sldId id="272" r:id="rId19"/>
    <p:sldId id="271" r:id="rId20"/>
    <p:sldId id="279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040EA-EDF8-47BE-B159-44EBF2BD46A2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F8750-B2EE-4F03-B083-647218BF7107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7049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040EA-EDF8-47BE-B159-44EBF2BD46A2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F8750-B2EE-4F03-B083-647218BF71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84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040EA-EDF8-47BE-B159-44EBF2BD46A2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F8750-B2EE-4F03-B083-647218BF7107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3106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040EA-EDF8-47BE-B159-44EBF2BD46A2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F8750-B2EE-4F03-B083-647218BF71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8925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040EA-EDF8-47BE-B159-44EBF2BD46A2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F8750-B2EE-4F03-B083-647218BF71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1456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040EA-EDF8-47BE-B159-44EBF2BD46A2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F8750-B2EE-4F03-B083-647218BF71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8703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040EA-EDF8-47BE-B159-44EBF2BD46A2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F8750-B2EE-4F03-B083-647218BF71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5376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CC040EA-EDF8-47BE-B159-44EBF2BD46A2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0AF8750-B2EE-4F03-B083-647218BF71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448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040EA-EDF8-47BE-B159-44EBF2BD46A2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F8750-B2EE-4F03-B083-647218BF71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3470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040EA-EDF8-47BE-B159-44EBF2BD46A2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F8750-B2EE-4F03-B083-647218BF71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3964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040EA-EDF8-47BE-B159-44EBF2BD46A2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F8750-B2EE-4F03-B083-647218BF71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5189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CC040EA-EDF8-47BE-B159-44EBF2BD46A2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0AF8750-B2EE-4F03-B083-647218BF7107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8296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akshithkalvakota123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B448E-41DA-FC41-05B5-8C604368D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784" y="1439332"/>
            <a:ext cx="10058400" cy="2428579"/>
          </a:xfrm>
        </p:spPr>
        <p:txBody>
          <a:bodyPr>
            <a:normAutofit/>
          </a:bodyPr>
          <a:lstStyle/>
          <a:p>
            <a:r>
              <a:rPr lang="en-IN" b="1" u="sng" dirty="0"/>
              <a:t>Project Presentation-RARITONE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016B2C-726B-0F69-5692-C7BAFB7528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Akshith Kalvakota</a:t>
            </a:r>
          </a:p>
          <a:p>
            <a:r>
              <a:rPr lang="en-IN" dirty="0">
                <a:hlinkClick r:id="rId2"/>
              </a:rPr>
              <a:t>akshithkalvakota123@gmail.com</a:t>
            </a:r>
            <a:endParaRPr lang="en-IN" dirty="0"/>
          </a:p>
          <a:p>
            <a:r>
              <a:rPr lang="en-IN" dirty="0"/>
              <a:t>AI/ML Intern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CF54579-3913-70E7-38FF-A9AE6CA112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7224895"/>
              </p:ext>
            </p:extLst>
          </p:nvPr>
        </p:nvGraphicFramePr>
        <p:xfrm>
          <a:off x="1167784" y="1557867"/>
          <a:ext cx="8992216" cy="27177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2216">
                  <a:extLst>
                    <a:ext uri="{9D8B030D-6E8A-4147-A177-3AD203B41FA5}">
                      <a16:colId xmlns:a16="http://schemas.microsoft.com/office/drawing/2014/main" val="2621502659"/>
                    </a:ext>
                  </a:extLst>
                </a:gridCol>
              </a:tblGrid>
              <a:tr h="2717799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44552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7906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E7D3A-A811-EAD5-B830-50FEDA47D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B295A-1543-DC0B-53D5-5B65B160DF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3200" dirty="0">
                <a:solidFill>
                  <a:schemeClr val="tx1"/>
                </a:solidFill>
              </a:rPr>
              <a:t>Research and implement features of a virtual try on app. Everyday we were given one feature to research about do we could understand the tools and methods we can use to get the desired output.</a:t>
            </a:r>
          </a:p>
          <a:p>
            <a:pPr marL="0" indent="0">
              <a:buNone/>
            </a:pPr>
            <a:r>
              <a:rPr lang="en-IN" sz="3200" dirty="0">
                <a:solidFill>
                  <a:schemeClr val="tx1"/>
                </a:solidFill>
              </a:rPr>
              <a:t>The ultimate goal is to allow Virtual Try On for customers to improve shopping experience and reduce product returns.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9720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FFFB1-5ABF-CF79-4CD4-2B0D4E594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Research Completed: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FF010-A2ED-62FA-9C95-29BC85BAD1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</a:rPr>
              <a:t>Human Parsing / Segmentation 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</a:rPr>
              <a:t>Pose Estimation 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</a:rPr>
              <a:t>Body Landmark Detection 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</a:rPr>
              <a:t>Body Measurement Extraction 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</a:rPr>
              <a:t>Garment Warping Techniques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</a:rPr>
              <a:t> Virtual Try-On Architectures 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</a:rPr>
              <a:t>Recommendation Systems</a:t>
            </a:r>
          </a:p>
        </p:txBody>
      </p:sp>
    </p:spTree>
    <p:extLst>
      <p:ext uri="{BB962C8B-B14F-4D97-AF65-F5344CB8AC3E}">
        <p14:creationId xmlns:p14="http://schemas.microsoft.com/office/powerpoint/2010/main" val="1502396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BC1C1-BFA0-80EB-7F90-A47B4428D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84997"/>
          </a:xfrm>
        </p:spPr>
        <p:txBody>
          <a:bodyPr/>
          <a:lstStyle/>
          <a:p>
            <a:r>
              <a:rPr lang="en-IN" b="1" u="sng" dirty="0"/>
              <a:t>The models I explored were: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AC1AFE0-F130-5564-E1FB-5C8872EECF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4539926"/>
              </p:ext>
            </p:extLst>
          </p:nvPr>
        </p:nvGraphicFramePr>
        <p:xfrm>
          <a:off x="961497" y="1600730"/>
          <a:ext cx="10058400" cy="43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3318031499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3285144428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r>
                        <a:rPr lang="en-IN" sz="2400" dirty="0"/>
                        <a:t>MODEL</a:t>
                      </a:r>
                    </a:p>
                  </a:txBody>
                  <a:tcPr marL="87464" marR="87464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PURPOSE</a:t>
                      </a:r>
                    </a:p>
                  </a:txBody>
                  <a:tcPr marL="87464" marR="87464"/>
                </a:tc>
                <a:extLst>
                  <a:ext uri="{0D108BD9-81ED-4DB2-BD59-A6C34878D82A}">
                    <a16:rowId xmlns:a16="http://schemas.microsoft.com/office/drawing/2014/main" val="4254511474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r>
                        <a:rPr lang="en-IN" dirty="0" err="1"/>
                        <a:t>Mediapipe</a:t>
                      </a:r>
                      <a:r>
                        <a:rPr lang="en-IN" dirty="0"/>
                        <a:t> Pose</a:t>
                      </a:r>
                    </a:p>
                  </a:txBody>
                  <a:tcPr marL="87464" marR="87464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Body landmark detection</a:t>
                      </a:r>
                    </a:p>
                  </a:txBody>
                  <a:tcPr marL="87464" marR="87464"/>
                </a:tc>
                <a:extLst>
                  <a:ext uri="{0D108BD9-81ED-4DB2-BD59-A6C34878D82A}">
                    <a16:rowId xmlns:a16="http://schemas.microsoft.com/office/drawing/2014/main" val="27582967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r>
                        <a:rPr lang="en-IN" dirty="0" err="1"/>
                        <a:t>OpenPose</a:t>
                      </a:r>
                      <a:endParaRPr lang="en-IN" dirty="0"/>
                    </a:p>
                  </a:txBody>
                  <a:tcPr marL="87464" marR="87464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Human pose estimation</a:t>
                      </a:r>
                    </a:p>
                  </a:txBody>
                  <a:tcPr marL="87464" marR="87464"/>
                </a:tc>
                <a:extLst>
                  <a:ext uri="{0D108BD9-81ED-4DB2-BD59-A6C34878D82A}">
                    <a16:rowId xmlns:a16="http://schemas.microsoft.com/office/drawing/2014/main" val="416967683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r>
                        <a:rPr lang="en-IN" dirty="0"/>
                        <a:t>CP-VTON</a:t>
                      </a:r>
                    </a:p>
                  </a:txBody>
                  <a:tcPr marL="87464" marR="87464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2D virtual try-on</a:t>
                      </a:r>
                    </a:p>
                  </a:txBody>
                  <a:tcPr marL="87464" marR="87464"/>
                </a:tc>
                <a:extLst>
                  <a:ext uri="{0D108BD9-81ED-4DB2-BD59-A6C34878D82A}">
                    <a16:rowId xmlns:a16="http://schemas.microsoft.com/office/drawing/2014/main" val="363722493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r>
                        <a:rPr lang="en-IN" dirty="0"/>
                        <a:t>VITON-HD</a:t>
                      </a:r>
                    </a:p>
                  </a:txBody>
                  <a:tcPr marL="87464" marR="87464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High resolution try-on</a:t>
                      </a:r>
                    </a:p>
                  </a:txBody>
                  <a:tcPr marL="87464" marR="87464"/>
                </a:tc>
                <a:extLst>
                  <a:ext uri="{0D108BD9-81ED-4DB2-BD59-A6C34878D82A}">
                    <a16:rowId xmlns:a16="http://schemas.microsoft.com/office/drawing/2014/main" val="3914258547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r>
                        <a:rPr lang="en-IN" dirty="0"/>
                        <a:t>Stable Diffusion Based Models</a:t>
                      </a:r>
                    </a:p>
                  </a:txBody>
                  <a:tcPr marL="87464" marR="87464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Advanced Image Generation</a:t>
                      </a:r>
                    </a:p>
                  </a:txBody>
                  <a:tcPr marL="87464" marR="87464"/>
                </a:tc>
                <a:extLst>
                  <a:ext uri="{0D108BD9-81ED-4DB2-BD59-A6C34878D82A}">
                    <a16:rowId xmlns:a16="http://schemas.microsoft.com/office/drawing/2014/main" val="2522556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9056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1D67D-1E45-32E8-1E47-96F5F346E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DATASETS COLLECTED: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553FB-3F01-FA99-8268-0A0C29CC4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</a:rPr>
              <a:t>I collected various datasets to work on, for improving landmark detection , body measurement estimation and to build a recommendation system. Datasets I collected are: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dirty="0">
                <a:solidFill>
                  <a:schemeClr val="tx1"/>
                </a:solidFill>
              </a:rPr>
              <a:t>DeepFashion  --  Clothing images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dirty="0">
                <a:solidFill>
                  <a:schemeClr val="tx1"/>
                </a:solidFill>
              </a:rPr>
              <a:t>DeepFashion2  --  Detection and landmarks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dirty="0">
                <a:solidFill>
                  <a:schemeClr val="tx1"/>
                </a:solidFill>
              </a:rPr>
              <a:t>VITON Dataset  –  Virtual Try-on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dirty="0" err="1">
                <a:solidFill>
                  <a:schemeClr val="tx1"/>
                </a:solidFill>
              </a:rPr>
              <a:t>Fashionpedia</a:t>
            </a:r>
            <a:r>
              <a:rPr lang="en-IN" sz="2400" dirty="0">
                <a:solidFill>
                  <a:schemeClr val="tx1"/>
                </a:solidFill>
              </a:rPr>
              <a:t>  --  Fashion Attributes</a:t>
            </a:r>
          </a:p>
        </p:txBody>
      </p:sp>
    </p:spTree>
    <p:extLst>
      <p:ext uri="{BB962C8B-B14F-4D97-AF65-F5344CB8AC3E}">
        <p14:creationId xmlns:p14="http://schemas.microsoft.com/office/powerpoint/2010/main" val="1348162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78082-96AA-F605-FE7E-308E5D9CB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6603"/>
            <a:ext cx="10317480" cy="1450757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Pose Detection: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8E16E-193B-073C-5D08-6EB2EBAD0A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82800"/>
            <a:ext cx="10515600" cy="3632200"/>
          </a:xfrm>
        </p:spPr>
        <p:txBody>
          <a:bodyPr/>
          <a:lstStyle/>
          <a:p>
            <a:r>
              <a:rPr lang="en-IN" sz="2400" dirty="0">
                <a:solidFill>
                  <a:schemeClr val="tx1"/>
                </a:solidFill>
              </a:rPr>
              <a:t>I used </a:t>
            </a:r>
            <a:r>
              <a:rPr lang="en-IN" sz="2400" dirty="0" err="1">
                <a:solidFill>
                  <a:schemeClr val="tx1"/>
                </a:solidFill>
              </a:rPr>
              <a:t>MediaPipe</a:t>
            </a:r>
            <a:r>
              <a:rPr lang="en-IN" sz="2400" dirty="0">
                <a:solidFill>
                  <a:schemeClr val="tx1"/>
                </a:solidFill>
              </a:rPr>
              <a:t> and OpenCV to achieve Landmark Detection. It detected 33 body landmarks at points like shoulders, elbows, wrists, Hips, Knees and Ankles. </a:t>
            </a:r>
          </a:p>
          <a:p>
            <a:r>
              <a:rPr lang="en-IN" sz="2400" dirty="0">
                <a:solidFill>
                  <a:schemeClr val="tx1"/>
                </a:solidFill>
              </a:rPr>
              <a:t>It takes Shoulder width, Body height, and waist width to estimate the body pose</a:t>
            </a:r>
          </a:p>
          <a:p>
            <a:r>
              <a:rPr lang="en-IN" sz="2400" dirty="0">
                <a:solidFill>
                  <a:schemeClr val="tx1"/>
                </a:solidFill>
              </a:rPr>
              <a:t>Models used were: </a:t>
            </a:r>
            <a:r>
              <a:rPr lang="en-IN" sz="2400" dirty="0" err="1">
                <a:solidFill>
                  <a:schemeClr val="tx1"/>
                </a:solidFill>
              </a:rPr>
              <a:t>Mediapipe</a:t>
            </a:r>
            <a:r>
              <a:rPr lang="en-IN" sz="2400" dirty="0">
                <a:solidFill>
                  <a:schemeClr val="tx1"/>
                </a:solidFill>
              </a:rPr>
              <a:t> Pose and </a:t>
            </a:r>
            <a:r>
              <a:rPr lang="en-IN" sz="2400" dirty="0" err="1">
                <a:solidFill>
                  <a:schemeClr val="tx1"/>
                </a:solidFill>
              </a:rPr>
              <a:t>OpenPose</a:t>
            </a:r>
            <a:r>
              <a:rPr lang="en-IN" sz="2400" dirty="0">
                <a:solidFill>
                  <a:schemeClr val="tx1"/>
                </a:solidFill>
              </a:rPr>
              <a:t>.</a:t>
            </a:r>
          </a:p>
          <a:p>
            <a:r>
              <a:rPr lang="en-IN" sz="2400" dirty="0">
                <a:solidFill>
                  <a:schemeClr val="tx1"/>
                </a:solidFill>
              </a:rPr>
              <a:t>Works better when in Better lighting, Entire body is in camera, and correct distance from Camera </a:t>
            </a:r>
            <a:r>
              <a:rPr lang="en-IN" sz="2400" dirty="0" err="1">
                <a:solidFill>
                  <a:schemeClr val="tx1"/>
                </a:solidFill>
              </a:rPr>
              <a:t>i.e</a:t>
            </a:r>
            <a:r>
              <a:rPr lang="en-IN" sz="2400" dirty="0">
                <a:solidFill>
                  <a:schemeClr val="tx1"/>
                </a:solidFill>
              </a:rPr>
              <a:t> Not too far or too close.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2395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7CD1C-7716-14DE-049C-6A1AEAAC9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POSE DETECTION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CCF3A05-5F45-008A-225E-8B23001C9F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0304" y="1919056"/>
            <a:ext cx="4760964" cy="38410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A18FF3-3245-A178-15A7-8A79E0A412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0734" y="1919056"/>
            <a:ext cx="5609825" cy="3841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900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DD190-9887-06D1-510A-062AA7513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Body Measurement Estimation: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3D8E0-4D86-206D-3FB7-03B27A0E72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98132"/>
            <a:ext cx="10058400" cy="38709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</a:rPr>
              <a:t>The body measurement is calculated by measuring the distance between Different sets of landmarks with the help of Euclidean distance formula.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</a:rPr>
              <a:t>For more accurate, the model should be trained with real life objects and their real measurements should be provided. So keeping them as reference, it gives better body measurements.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</a:rPr>
              <a:t>Landmark-based estimation provides useful approximations but cannot fully replace physical measurements. Its not exactly accurate but It is important to suggest correct sizes for the customers.</a:t>
            </a:r>
          </a:p>
        </p:txBody>
      </p:sp>
    </p:spTree>
    <p:extLst>
      <p:ext uri="{BB962C8B-B14F-4D97-AF65-F5344CB8AC3E}">
        <p14:creationId xmlns:p14="http://schemas.microsoft.com/office/powerpoint/2010/main" val="11430892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7FAB8-5EAF-DEBA-289B-494AC9C31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BODY MEASUREMENT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CE80A88-EE8C-6512-3758-172C7B76EC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4872" y="1960563"/>
            <a:ext cx="4586214" cy="40227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1E2642-40E2-3414-85C8-D2043B3DB1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5738" y="2123849"/>
            <a:ext cx="5732182" cy="3393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81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43E47-44D3-7F2B-73BC-FB0B0BBD1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Human Parsing and Segmentation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68FD0-CED2-A903-AF50-0CAD5FEA56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98132"/>
            <a:ext cx="10058400" cy="3870961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</a:rPr>
              <a:t>Segmentation separates the person from the background and identifies different body regions. It helps by: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</a:rPr>
              <a:t>Remove background noise 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</a:rPr>
              <a:t>Detect body shape 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</a:rPr>
              <a:t>Improve garment alignment 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</a:rPr>
              <a:t>Increase virtual try-on accuracy</a:t>
            </a: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</a:rPr>
              <a:t>Used </a:t>
            </a:r>
            <a:r>
              <a:rPr lang="en-IN" dirty="0" err="1">
                <a:solidFill>
                  <a:schemeClr val="tx1"/>
                </a:solidFill>
              </a:rPr>
              <a:t>MediaPipe</a:t>
            </a:r>
            <a:r>
              <a:rPr lang="en-IN" dirty="0">
                <a:solidFill>
                  <a:schemeClr val="tx1"/>
                </a:solidFill>
              </a:rPr>
              <a:t> Selfie Segmentation</a:t>
            </a:r>
            <a:r>
              <a:rPr lang="en-IN" b="1" dirty="0">
                <a:solidFill>
                  <a:schemeClr val="tx1"/>
                </a:solidFill>
              </a:rPr>
              <a:t> (pre-trained deep learning segmentation model) </a:t>
            </a:r>
            <a:r>
              <a:rPr lang="en-IN" dirty="0">
                <a:solidFill>
                  <a:schemeClr val="tx1"/>
                </a:solidFill>
              </a:rPr>
              <a:t> provided by </a:t>
            </a:r>
            <a:r>
              <a:rPr lang="en-IN" dirty="0" err="1">
                <a:solidFill>
                  <a:schemeClr val="tx1"/>
                </a:solidFill>
              </a:rPr>
              <a:t>MediaPipe</a:t>
            </a:r>
            <a:r>
              <a:rPr lang="en-IN" dirty="0">
                <a:solidFill>
                  <a:schemeClr val="tx1"/>
                </a:solidFill>
              </a:rPr>
              <a:t>. and OpenCV </a:t>
            </a:r>
          </a:p>
        </p:txBody>
      </p:sp>
    </p:spTree>
    <p:extLst>
      <p:ext uri="{BB962C8B-B14F-4D97-AF65-F5344CB8AC3E}">
        <p14:creationId xmlns:p14="http://schemas.microsoft.com/office/powerpoint/2010/main" val="2767576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AD11C-673E-437D-9583-6043E035C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SEGMENTATION ATTEMPT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D48E6D3-F991-21E4-7035-03AFC0B9CF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9990" y="1950571"/>
            <a:ext cx="3896412" cy="402272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B7C5CEE-C818-7B59-BF67-52C79D3E85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0769" y="1950571"/>
            <a:ext cx="3865041" cy="4022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6549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37BD4-94A2-A659-E129-7D31D3D51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3D modelling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F51B2-E2BF-0E63-6F38-D2851D032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15066"/>
            <a:ext cx="10058400" cy="38540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</a:rPr>
              <a:t>3D virtual try-on creates a three-dimensional body representation and simulates clothing fitting.</a:t>
            </a: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</a:rPr>
              <a:t>I used </a:t>
            </a:r>
            <a:r>
              <a:rPr lang="en-IN" b="1" dirty="0" err="1">
                <a:solidFill>
                  <a:schemeClr val="tx1"/>
                </a:solidFill>
              </a:rPr>
              <a:t>Trimesh</a:t>
            </a:r>
            <a:r>
              <a:rPr lang="en-IN" dirty="0">
                <a:solidFill>
                  <a:schemeClr val="tx1"/>
                </a:solidFill>
              </a:rPr>
              <a:t> to load and manipulate 3D models and </a:t>
            </a:r>
            <a:r>
              <a:rPr lang="en-IN" b="1" dirty="0" err="1">
                <a:solidFill>
                  <a:schemeClr val="tx1"/>
                </a:solidFill>
              </a:rPr>
              <a:t>Pyrender</a:t>
            </a:r>
            <a:r>
              <a:rPr lang="en-IN" dirty="0">
                <a:solidFill>
                  <a:schemeClr val="tx1"/>
                </a:solidFill>
              </a:rPr>
              <a:t> for rendering and visualizing 3D models.</a:t>
            </a: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</a:rPr>
              <a:t>I downloaded .</a:t>
            </a:r>
            <a:r>
              <a:rPr lang="en-IN" dirty="0" err="1">
                <a:solidFill>
                  <a:schemeClr val="tx1"/>
                </a:solidFill>
              </a:rPr>
              <a:t>obj</a:t>
            </a:r>
            <a:r>
              <a:rPr lang="en-IN" dirty="0">
                <a:solidFill>
                  <a:schemeClr val="tx1"/>
                </a:solidFill>
              </a:rPr>
              <a:t> files of a human body and a clothing to try to person a 3D VTON. But I couldn’t do it correctly.</a:t>
            </a:r>
          </a:p>
          <a:p>
            <a:r>
              <a:rPr lang="en-IN" dirty="0">
                <a:solidFill>
                  <a:schemeClr val="tx1"/>
                </a:solidFill>
              </a:rPr>
              <a:t>Applied transformations such as: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</a:rPr>
              <a:t>Translation (move jacket) 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</a:rPr>
              <a:t>Scaling (resize jacket) 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</a:rPr>
              <a:t>Rotation (align jacket)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39488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A7195F-5AAA-6CE2-21AA-051F723FB6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692106" y="907226"/>
            <a:ext cx="5969001" cy="461174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7888096-4A6A-03D0-8265-4CD986951C2F}"/>
              </a:ext>
            </a:extLst>
          </p:cNvPr>
          <p:cNvSpPr txBox="1"/>
          <p:nvPr/>
        </p:nvSpPr>
        <p:spPr>
          <a:xfrm>
            <a:off x="5889346" y="2427982"/>
            <a:ext cx="55491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u="sng" dirty="0"/>
              <a:t>BODY MODEL ATTEMPT</a:t>
            </a:r>
          </a:p>
        </p:txBody>
      </p:sp>
    </p:spTree>
    <p:extLst>
      <p:ext uri="{BB962C8B-B14F-4D97-AF65-F5344CB8AC3E}">
        <p14:creationId xmlns:p14="http://schemas.microsoft.com/office/powerpoint/2010/main" val="40200240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E8BBB-E4CE-BF5D-B1D6-63A87C808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AI Recommendation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CB087-98F8-AF8D-3A4E-122DE56040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98132"/>
            <a:ext cx="7572587" cy="38709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</a:rPr>
              <a:t>A recommendation system can improve user experience.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</a:rPr>
              <a:t>I took different so we could recommend Sizes, Brands, and Specific outfits based on the user’s interest by tracking his/her shopping behaviour.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</a:rPr>
              <a:t>We use </a:t>
            </a:r>
            <a:r>
              <a:rPr lang="en-IN" sz="2400" b="1" dirty="0">
                <a:solidFill>
                  <a:schemeClr val="tx1"/>
                </a:solidFill>
              </a:rPr>
              <a:t>Python Pandas library</a:t>
            </a:r>
            <a:r>
              <a:rPr lang="en-IN" sz="2400" dirty="0">
                <a:solidFill>
                  <a:schemeClr val="tx1"/>
                </a:solidFill>
              </a:rPr>
              <a:t> to access the datasets and get only desired records from it to show to the user based on what to recommend them.</a:t>
            </a:r>
          </a:p>
        </p:txBody>
      </p:sp>
    </p:spTree>
    <p:extLst>
      <p:ext uri="{BB962C8B-B14F-4D97-AF65-F5344CB8AC3E}">
        <p14:creationId xmlns:p14="http://schemas.microsoft.com/office/powerpoint/2010/main" val="17728545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04BE9-1EBA-299D-39EF-77D4B9C23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90146"/>
          </a:xfrm>
        </p:spPr>
        <p:txBody>
          <a:bodyPr/>
          <a:lstStyle/>
          <a:p>
            <a:r>
              <a:rPr lang="en-IN" b="1" u="sng" dirty="0">
                <a:solidFill>
                  <a:schemeClr val="tx1"/>
                </a:solidFill>
              </a:rPr>
              <a:t>CHALLENGES FACED: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014DB-8218-6501-9549-4ED4F0B2E8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88067"/>
            <a:ext cx="10515600" cy="430953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sz="2400" b="1" u="sng" dirty="0">
                <a:solidFill>
                  <a:schemeClr val="tx1"/>
                </a:solidFill>
              </a:rPr>
              <a:t>Working with 3D Models</a:t>
            </a:r>
          </a:p>
          <a:p>
            <a:r>
              <a:rPr lang="en-IN" sz="2400" dirty="0">
                <a:solidFill>
                  <a:schemeClr val="tx1"/>
                </a:solidFill>
              </a:rPr>
              <a:t>Aligning jacket.obj with person.obj was not straightforward. </a:t>
            </a:r>
          </a:p>
          <a:p>
            <a:r>
              <a:rPr lang="en-IN" sz="2400" dirty="0">
                <a:solidFill>
                  <a:schemeClr val="tx1"/>
                </a:solidFill>
              </a:rPr>
              <a:t>Differences in model scale, position, and orientation caused fitting issues. </a:t>
            </a:r>
          </a:p>
          <a:p>
            <a:r>
              <a:rPr lang="en-IN" sz="2400" b="1" dirty="0">
                <a:solidFill>
                  <a:schemeClr val="tx1"/>
                </a:solidFill>
              </a:rPr>
              <a:t>Solution: </a:t>
            </a:r>
            <a:r>
              <a:rPr lang="en-IN" sz="2400" dirty="0">
                <a:solidFill>
                  <a:schemeClr val="tx1"/>
                </a:solidFill>
              </a:rPr>
              <a:t>Used </a:t>
            </a:r>
            <a:r>
              <a:rPr lang="en-IN" sz="2400" dirty="0" err="1">
                <a:solidFill>
                  <a:schemeClr val="tx1"/>
                </a:solidFill>
              </a:rPr>
              <a:t>Trimesh</a:t>
            </a:r>
            <a:r>
              <a:rPr lang="en-IN" sz="2400" dirty="0">
                <a:solidFill>
                  <a:schemeClr val="tx1"/>
                </a:solidFill>
              </a:rPr>
              <a:t> and </a:t>
            </a:r>
            <a:r>
              <a:rPr lang="en-IN" sz="2400" dirty="0" err="1">
                <a:solidFill>
                  <a:schemeClr val="tx1"/>
                </a:solidFill>
              </a:rPr>
              <a:t>Pyrender</a:t>
            </a:r>
            <a:r>
              <a:rPr lang="en-IN" sz="2400" dirty="0">
                <a:solidFill>
                  <a:schemeClr val="tx1"/>
                </a:solidFill>
              </a:rPr>
              <a:t> to visualize and manually adjust mesh placement</a:t>
            </a:r>
          </a:p>
          <a:p>
            <a:pPr marL="0" indent="0">
              <a:buNone/>
            </a:pPr>
            <a:r>
              <a:rPr lang="en-IN" sz="2400" b="1" u="sng" dirty="0">
                <a:solidFill>
                  <a:schemeClr val="tx1"/>
                </a:solidFill>
              </a:rPr>
              <a:t>Limited Computing Resources</a:t>
            </a:r>
          </a:p>
          <a:p>
            <a:r>
              <a:rPr lang="en-IN" sz="2400" dirty="0">
                <a:solidFill>
                  <a:schemeClr val="tx1"/>
                </a:solidFill>
              </a:rPr>
              <a:t>Many state-of-the-art virtual try-on models require GPUs and large amounts of memory. </a:t>
            </a:r>
          </a:p>
          <a:p>
            <a:r>
              <a:rPr lang="en-IN" sz="2400" dirty="0">
                <a:solidFill>
                  <a:schemeClr val="tx1"/>
                </a:solidFill>
              </a:rPr>
              <a:t>Running full-scale training was not feasible. </a:t>
            </a:r>
          </a:p>
          <a:p>
            <a:r>
              <a:rPr lang="en-IN" sz="2400" b="1" dirty="0">
                <a:solidFill>
                  <a:schemeClr val="tx1"/>
                </a:solidFill>
              </a:rPr>
              <a:t>Solution: </a:t>
            </a:r>
            <a:r>
              <a:rPr lang="en-IN" sz="2400" dirty="0">
                <a:solidFill>
                  <a:schemeClr val="tx1"/>
                </a:solidFill>
              </a:rPr>
              <a:t>Focused on research, workflow design, lightweight implementations, and model analysis.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88035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4E5D88-CB7D-E00E-6DB7-F1F807588AF5}"/>
              </a:ext>
            </a:extLst>
          </p:cNvPr>
          <p:cNvSpPr txBox="1"/>
          <p:nvPr/>
        </p:nvSpPr>
        <p:spPr>
          <a:xfrm>
            <a:off x="474133" y="423333"/>
            <a:ext cx="11082867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/>
              <a:t>Body Measurement Accuracy</a:t>
            </a:r>
          </a:p>
          <a:p>
            <a:r>
              <a:rPr lang="en-IN" sz="2400" dirty="0"/>
              <a:t>Estimating real-world measurements from a single image is difficult. </a:t>
            </a:r>
          </a:p>
          <a:p>
            <a:r>
              <a:rPr lang="en-IN" sz="2400" dirty="0"/>
              <a:t>Measurements vary based on camera angle, distance, posture, and image quality. </a:t>
            </a:r>
          </a:p>
          <a:p>
            <a:r>
              <a:rPr lang="en-IN" sz="2400" b="1" dirty="0"/>
              <a:t>Solution: </a:t>
            </a:r>
            <a:r>
              <a:rPr lang="en-IN" sz="2400" dirty="0"/>
              <a:t>Used landmark-based approaches with </a:t>
            </a:r>
            <a:r>
              <a:rPr lang="en-IN" sz="2400" dirty="0" err="1"/>
              <a:t>MediaPipe</a:t>
            </a:r>
            <a:r>
              <a:rPr lang="en-IN" sz="2400" dirty="0"/>
              <a:t> and focused on relative measurements rather than exact physical measurements. </a:t>
            </a:r>
          </a:p>
          <a:p>
            <a:endParaRPr lang="en-IN" sz="2400" dirty="0"/>
          </a:p>
          <a:p>
            <a:r>
              <a:rPr lang="en-IN" sz="2400" b="1" u="sng" dirty="0"/>
              <a:t>Environment Setup &amp; Dependency Management</a:t>
            </a:r>
            <a:endParaRPr lang="en-IN" sz="2400" u="sng" dirty="0"/>
          </a:p>
          <a:p>
            <a:r>
              <a:rPr lang="en-IN" sz="2400" dirty="0"/>
              <a:t>Setting up the virtual environment and managing library dependencies caused issues due to package version conflicts and installation errors.</a:t>
            </a:r>
          </a:p>
          <a:p>
            <a:r>
              <a:rPr lang="en-IN" sz="2400" b="1" dirty="0"/>
              <a:t>Solution: </a:t>
            </a:r>
            <a:r>
              <a:rPr lang="en-IN" sz="2400" dirty="0"/>
              <a:t>Created isolated Python virtual environments (</a:t>
            </a:r>
            <a:r>
              <a:rPr lang="en-IN" sz="2400" dirty="0" err="1"/>
              <a:t>venv</a:t>
            </a:r>
            <a:r>
              <a:rPr lang="en-IN" sz="2400" dirty="0"/>
              <a:t>) and configured the development environment properly in VS Code. And understood that most AI tools still only work in Python 3.11 versions.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50777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6B4FC-831E-DF9B-F1C1-79B86528F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891867" cy="981075"/>
          </a:xfrm>
        </p:spPr>
        <p:txBody>
          <a:bodyPr>
            <a:normAutofit/>
          </a:bodyPr>
          <a:lstStyle/>
          <a:p>
            <a:r>
              <a:rPr lang="en-IN" sz="4800" b="1" u="sng" dirty="0"/>
              <a:t>COMPLETE AI WORKFLOW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8F3740-F995-FC12-8857-A1A18C10587A}"/>
              </a:ext>
            </a:extLst>
          </p:cNvPr>
          <p:cNvSpPr/>
          <p:nvPr/>
        </p:nvSpPr>
        <p:spPr>
          <a:xfrm>
            <a:off x="293898" y="1825625"/>
            <a:ext cx="2579915" cy="12083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User Uploads Image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F7155F-B5EB-3531-17E6-D0F257D7B4DA}"/>
              </a:ext>
            </a:extLst>
          </p:cNvPr>
          <p:cNvSpPr/>
          <p:nvPr/>
        </p:nvSpPr>
        <p:spPr>
          <a:xfrm>
            <a:off x="3190776" y="2824843"/>
            <a:ext cx="2579915" cy="12083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Pose Detection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BF87A6-2E09-6775-0763-DBF10650B6D6}"/>
              </a:ext>
            </a:extLst>
          </p:cNvPr>
          <p:cNvSpPr/>
          <p:nvPr/>
        </p:nvSpPr>
        <p:spPr>
          <a:xfrm>
            <a:off x="6095998" y="1799549"/>
            <a:ext cx="2579915" cy="12083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Body Measurement Estimation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05EAFB-60FA-81C3-181C-830162B43B3B}"/>
              </a:ext>
            </a:extLst>
          </p:cNvPr>
          <p:cNvSpPr/>
          <p:nvPr/>
        </p:nvSpPr>
        <p:spPr>
          <a:xfrm>
            <a:off x="9263141" y="5039771"/>
            <a:ext cx="2579915" cy="12083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Virtual Try-On Generation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991426-6A3F-90EC-869E-A65EDBE357F5}"/>
              </a:ext>
            </a:extLst>
          </p:cNvPr>
          <p:cNvSpPr/>
          <p:nvPr/>
        </p:nvSpPr>
        <p:spPr>
          <a:xfrm>
            <a:off x="6095999" y="4001294"/>
            <a:ext cx="2579915" cy="12083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Garment Processing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D310F2-0C7B-509B-26EB-3CA7DCCD8664}"/>
              </a:ext>
            </a:extLst>
          </p:cNvPr>
          <p:cNvSpPr/>
          <p:nvPr/>
        </p:nvSpPr>
        <p:spPr>
          <a:xfrm>
            <a:off x="3190712" y="5039771"/>
            <a:ext cx="2579915" cy="12083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Human Segmentation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2ED10B-8BD5-9DC7-03A0-6F6793181D5B}"/>
              </a:ext>
            </a:extLst>
          </p:cNvPr>
          <p:cNvSpPr/>
          <p:nvPr/>
        </p:nvSpPr>
        <p:spPr>
          <a:xfrm>
            <a:off x="293901" y="4001294"/>
            <a:ext cx="2579915" cy="12083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Image Preprocessing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E712A7-66D8-D440-94F3-E9B3D05DF40E}"/>
              </a:ext>
            </a:extLst>
          </p:cNvPr>
          <p:cNvSpPr/>
          <p:nvPr/>
        </p:nvSpPr>
        <p:spPr>
          <a:xfrm>
            <a:off x="9241971" y="152441"/>
            <a:ext cx="2579915" cy="20313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Final Visualization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3CC4AD0-AFA7-E36C-1B5A-249845C3382F}"/>
              </a:ext>
            </a:extLst>
          </p:cNvPr>
          <p:cNvSpPr/>
          <p:nvPr/>
        </p:nvSpPr>
        <p:spPr>
          <a:xfrm>
            <a:off x="9241971" y="3125389"/>
            <a:ext cx="2579915" cy="12083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Recommendation Engine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36EF5ED-39AF-CD53-D778-8880B0A94ED6}"/>
              </a:ext>
            </a:extLst>
          </p:cNvPr>
          <p:cNvCxnSpPr>
            <a:cxnSpLocks/>
            <a:stCxn id="4" idx="2"/>
            <a:endCxn id="10" idx="0"/>
          </p:cNvCxnSpPr>
          <p:nvPr/>
        </p:nvCxnSpPr>
        <p:spPr>
          <a:xfrm>
            <a:off x="1583856" y="3033939"/>
            <a:ext cx="3" cy="967355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01F0A35-77B3-46C2-54C2-F57827B94F10}"/>
              </a:ext>
            </a:extLst>
          </p:cNvPr>
          <p:cNvCxnSpPr>
            <a:cxnSpLocks/>
            <a:stCxn id="9" idx="0"/>
            <a:endCxn id="5" idx="2"/>
          </p:cNvCxnSpPr>
          <p:nvPr/>
        </p:nvCxnSpPr>
        <p:spPr>
          <a:xfrm flipV="1">
            <a:off x="4480670" y="4033157"/>
            <a:ext cx="64" cy="1006614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B1B56B7-9E62-68E1-D8F4-7FE0A798EA22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>
            <a:off x="7385956" y="3007863"/>
            <a:ext cx="1" cy="99343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AA02A61-387E-BD40-F99C-6EEE43484066}"/>
              </a:ext>
            </a:extLst>
          </p:cNvPr>
          <p:cNvCxnSpPr>
            <a:cxnSpLocks/>
            <a:stCxn id="7" idx="0"/>
            <a:endCxn id="13" idx="2"/>
          </p:cNvCxnSpPr>
          <p:nvPr/>
        </p:nvCxnSpPr>
        <p:spPr>
          <a:xfrm flipH="1" flipV="1">
            <a:off x="10531929" y="4333703"/>
            <a:ext cx="21170" cy="706068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089FAB4-D42B-83A2-B081-687D2713D36D}"/>
              </a:ext>
            </a:extLst>
          </p:cNvPr>
          <p:cNvCxnSpPr>
            <a:cxnSpLocks/>
            <a:stCxn id="13" idx="0"/>
            <a:endCxn id="12" idx="2"/>
          </p:cNvCxnSpPr>
          <p:nvPr/>
        </p:nvCxnSpPr>
        <p:spPr>
          <a:xfrm flipV="1">
            <a:off x="10531929" y="2183765"/>
            <a:ext cx="0" cy="941624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C755BEA9-9A52-EDD8-46F6-1579B6DBC420}"/>
              </a:ext>
            </a:extLst>
          </p:cNvPr>
          <p:cNvCxnSpPr>
            <a:stCxn id="10" idx="2"/>
            <a:endCxn id="9" idx="1"/>
          </p:cNvCxnSpPr>
          <p:nvPr/>
        </p:nvCxnSpPr>
        <p:spPr>
          <a:xfrm rot="16200000" flipH="1">
            <a:off x="2170125" y="4623341"/>
            <a:ext cx="434320" cy="1606853"/>
          </a:xfrm>
          <a:prstGeom prst="bentConnector2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DCCF97F7-D922-D3C7-9EA7-1C3A094E2581}"/>
              </a:ext>
            </a:extLst>
          </p:cNvPr>
          <p:cNvCxnSpPr>
            <a:stCxn id="5" idx="0"/>
            <a:endCxn id="6" idx="1"/>
          </p:cNvCxnSpPr>
          <p:nvPr/>
        </p:nvCxnSpPr>
        <p:spPr>
          <a:xfrm rot="5400000" flipH="1" flipV="1">
            <a:off x="5077798" y="1806643"/>
            <a:ext cx="421137" cy="1615264"/>
          </a:xfrm>
          <a:prstGeom prst="bentConnector2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C8507EE8-8583-F8AE-DF03-7F2ACE3C60AA}"/>
              </a:ext>
            </a:extLst>
          </p:cNvPr>
          <p:cNvCxnSpPr>
            <a:stCxn id="8" idx="2"/>
            <a:endCxn id="7" idx="1"/>
          </p:cNvCxnSpPr>
          <p:nvPr/>
        </p:nvCxnSpPr>
        <p:spPr>
          <a:xfrm rot="16200000" flipH="1">
            <a:off x="8107389" y="4488176"/>
            <a:ext cx="434320" cy="1877184"/>
          </a:xfrm>
          <a:prstGeom prst="bentConnector2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9862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CD568-4E0D-B258-61C7-832FBD639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86603"/>
            <a:ext cx="10315892" cy="1450757"/>
          </a:xfrm>
        </p:spPr>
        <p:txBody>
          <a:bodyPr>
            <a:normAutofit/>
          </a:bodyPr>
          <a:lstStyle/>
          <a:p>
            <a:r>
              <a:rPr lang="en-IN" sz="4400" b="1" dirty="0">
                <a:solidFill>
                  <a:schemeClr val="tx1"/>
                </a:solidFill>
              </a:rPr>
              <a:t>SKILLS I ACQUIRED THROUGH THIS INTERNSHIP:</a:t>
            </a:r>
            <a:endParaRPr lang="en-IN" sz="4400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557E22-47DE-FB09-BA06-6D578CD7A7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6654" y="2546613"/>
            <a:ext cx="5157787" cy="202142"/>
          </a:xfrm>
        </p:spPr>
        <p:txBody>
          <a:bodyPr>
            <a:normAutofit fontScale="25000" lnSpcReduction="20000"/>
          </a:bodyPr>
          <a:lstStyle/>
          <a:p>
            <a:pPr algn="ctr"/>
            <a:r>
              <a:rPr lang="en-IN" sz="12800" u="sng" dirty="0">
                <a:solidFill>
                  <a:schemeClr val="tx1"/>
                </a:solidFill>
              </a:rPr>
              <a:t>Technical Skills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64C2BE-C838-2B39-DA6E-2F7FCB55F1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20999"/>
            <a:ext cx="5157787" cy="3268663"/>
          </a:xfrm>
        </p:spPr>
        <p:txBody>
          <a:bodyPr/>
          <a:lstStyle/>
          <a:p>
            <a:r>
              <a:rPr lang="en-IN" sz="2400" dirty="0">
                <a:solidFill>
                  <a:schemeClr val="tx1"/>
                </a:solidFill>
              </a:rPr>
              <a:t>Computer Vision </a:t>
            </a:r>
          </a:p>
          <a:p>
            <a:r>
              <a:rPr lang="en-IN" sz="2400" dirty="0">
                <a:solidFill>
                  <a:schemeClr val="tx1"/>
                </a:solidFill>
              </a:rPr>
              <a:t>Machine Learning Research </a:t>
            </a:r>
          </a:p>
          <a:p>
            <a:r>
              <a:rPr lang="en-IN" sz="2400" dirty="0">
                <a:solidFill>
                  <a:schemeClr val="tx1"/>
                </a:solidFill>
              </a:rPr>
              <a:t>Dataset Analysis </a:t>
            </a:r>
          </a:p>
          <a:p>
            <a:r>
              <a:rPr lang="en-IN" sz="2400" dirty="0" err="1">
                <a:solidFill>
                  <a:schemeClr val="tx1"/>
                </a:solidFill>
              </a:rPr>
              <a:t>MediaPipe</a:t>
            </a:r>
            <a:r>
              <a:rPr lang="en-IN" sz="2400" dirty="0">
                <a:solidFill>
                  <a:schemeClr val="tx1"/>
                </a:solidFill>
              </a:rPr>
              <a:t> </a:t>
            </a:r>
          </a:p>
          <a:p>
            <a:r>
              <a:rPr lang="en-IN" sz="2400" dirty="0">
                <a:solidFill>
                  <a:schemeClr val="tx1"/>
                </a:solidFill>
              </a:rPr>
              <a:t>Pose Estimation </a:t>
            </a:r>
          </a:p>
          <a:p>
            <a:r>
              <a:rPr lang="en-IN" sz="2400" dirty="0">
                <a:solidFill>
                  <a:schemeClr val="tx1"/>
                </a:solidFill>
              </a:rPr>
              <a:t>AI Workflow Design </a:t>
            </a:r>
          </a:p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564B8E-CC73-799F-C341-983B008F3C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87533" y="2235728"/>
            <a:ext cx="5183188" cy="823912"/>
          </a:xfrm>
        </p:spPr>
        <p:txBody>
          <a:bodyPr>
            <a:normAutofit fontScale="25000" lnSpcReduction="20000"/>
          </a:bodyPr>
          <a:lstStyle/>
          <a:p>
            <a:pPr algn="ctr"/>
            <a:r>
              <a:rPr lang="en-IN" sz="12800" u="sng" dirty="0">
                <a:solidFill>
                  <a:schemeClr val="tx1"/>
                </a:solidFill>
              </a:rPr>
              <a:t>Professional Skills</a:t>
            </a:r>
          </a:p>
          <a:p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AE8418-79E5-A6E5-38B2-F30D676B32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20999"/>
            <a:ext cx="5183188" cy="3268664"/>
          </a:xfrm>
        </p:spPr>
        <p:txBody>
          <a:bodyPr/>
          <a:lstStyle/>
          <a:p>
            <a:r>
              <a:rPr lang="en-IN" sz="2400" dirty="0">
                <a:solidFill>
                  <a:schemeClr val="tx1"/>
                </a:solidFill>
              </a:rPr>
              <a:t>Documentation </a:t>
            </a:r>
          </a:p>
          <a:p>
            <a:r>
              <a:rPr lang="en-IN" sz="2400" dirty="0">
                <a:solidFill>
                  <a:schemeClr val="tx1"/>
                </a:solidFill>
              </a:rPr>
              <a:t>Research Analysis </a:t>
            </a:r>
          </a:p>
          <a:p>
            <a:r>
              <a:rPr lang="en-IN" sz="2400" dirty="0">
                <a:solidFill>
                  <a:schemeClr val="tx1"/>
                </a:solidFill>
              </a:rPr>
              <a:t>Problem Solving </a:t>
            </a:r>
          </a:p>
          <a:p>
            <a:r>
              <a:rPr lang="en-IN" sz="2400" dirty="0">
                <a:solidFill>
                  <a:schemeClr val="tx1"/>
                </a:solidFill>
              </a:rPr>
              <a:t>Technical Reporting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11456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4FBF7-BA61-1B37-6B0D-E17AC10D2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E4165-F30A-783E-41FF-C711499DE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06600"/>
            <a:ext cx="10058400" cy="3862494"/>
          </a:xfrm>
        </p:spPr>
        <p:txBody>
          <a:bodyPr>
            <a:normAutofit lnSpcReduction="10000"/>
          </a:bodyPr>
          <a:lstStyle/>
          <a:p>
            <a:r>
              <a:rPr lang="en-IN" dirty="0">
                <a:solidFill>
                  <a:schemeClr val="tx1"/>
                </a:solidFill>
              </a:rPr>
              <a:t>During this internship, extensive research was conducted on AI-powered virtual clothing try-on systems.</a:t>
            </a:r>
          </a:p>
          <a:p>
            <a:r>
              <a:rPr lang="en-IN" dirty="0">
                <a:solidFill>
                  <a:schemeClr val="tx1"/>
                </a:solidFill>
              </a:rPr>
              <a:t>Key outcomes: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</a:rPr>
              <a:t>Studied multiple AI models 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</a:rPr>
              <a:t>Explored public datasets 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</a:rPr>
              <a:t>Investigated 2D and 3D try-on techniques 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</a:rPr>
              <a:t>Designed a complete workflow 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</a:rPr>
              <a:t>Proposed recommendation system ideas </a:t>
            </a:r>
          </a:p>
          <a:p>
            <a:r>
              <a:rPr lang="en-IN" dirty="0">
                <a:solidFill>
                  <a:schemeClr val="tx1"/>
                </a:solidFill>
              </a:rPr>
              <a:t>The internship provided valuable exposure to real-world applications of Artificial Intelligence, Computer Vision, and Machine Learning in the fashion technology domain.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00165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12822-0C58-2227-3F90-D304AAAD9B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702733"/>
            <a:ext cx="10058400" cy="5166361"/>
          </a:xfrm>
        </p:spPr>
        <p:txBody>
          <a:bodyPr>
            <a:normAutofit/>
          </a:bodyPr>
          <a:lstStyle/>
          <a:p>
            <a:pPr algn="ctr"/>
            <a:r>
              <a:rPr lang="en-IN" sz="7200" b="1" dirty="0"/>
              <a:t>THANK YOU</a:t>
            </a:r>
          </a:p>
          <a:p>
            <a:pPr algn="ctr"/>
            <a:endParaRPr lang="en-IN" sz="6000" b="1" dirty="0"/>
          </a:p>
          <a:p>
            <a:pPr algn="ctr"/>
            <a:r>
              <a:rPr lang="en-IN" dirty="0"/>
              <a:t>For providing this internship opportunity,  it helped me a lot in understanding new concepts like Computer Vision and VTON systems which helps me move forward towards hopefully a successful career.</a:t>
            </a:r>
          </a:p>
        </p:txBody>
      </p:sp>
    </p:spTree>
    <p:extLst>
      <p:ext uri="{BB962C8B-B14F-4D97-AF65-F5344CB8AC3E}">
        <p14:creationId xmlns:p14="http://schemas.microsoft.com/office/powerpoint/2010/main" val="115146322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128</TotalTime>
  <Words>898</Words>
  <Application>Microsoft Office PowerPoint</Application>
  <PresentationFormat>Widescreen</PresentationFormat>
  <Paragraphs>119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Calibri</vt:lpstr>
      <vt:lpstr>Calibri Light</vt:lpstr>
      <vt:lpstr>Retrospect</vt:lpstr>
      <vt:lpstr>Project Presentation-RARITONE</vt:lpstr>
      <vt:lpstr>OBJECTIVE</vt:lpstr>
      <vt:lpstr>Research Completed:</vt:lpstr>
      <vt:lpstr>The models I explored were:</vt:lpstr>
      <vt:lpstr>DATASETS COLLECTED:</vt:lpstr>
      <vt:lpstr>Pose Detection:</vt:lpstr>
      <vt:lpstr>POSE DETECTION</vt:lpstr>
      <vt:lpstr>Body Measurement Estimation:</vt:lpstr>
      <vt:lpstr>BODY MEASUREMENT </vt:lpstr>
      <vt:lpstr>Human Parsing and Segmentation</vt:lpstr>
      <vt:lpstr>SEGMENTATION ATTEMPT</vt:lpstr>
      <vt:lpstr>3D modelling :</vt:lpstr>
      <vt:lpstr>PowerPoint Presentation</vt:lpstr>
      <vt:lpstr>AI Recommendation System</vt:lpstr>
      <vt:lpstr>CHALLENGES FACED:</vt:lpstr>
      <vt:lpstr>PowerPoint Presentation</vt:lpstr>
      <vt:lpstr>COMPLETE AI WORKFLOW</vt:lpstr>
      <vt:lpstr>SKILLS I ACQUIRED THROUGH THIS INTERNSHIP: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Akshith Kalvakota</dc:creator>
  <cp:lastModifiedBy>Akshith Kalvakota</cp:lastModifiedBy>
  <cp:revision>1</cp:revision>
  <dcterms:created xsi:type="dcterms:W3CDTF">2026-06-05T07:00:04Z</dcterms:created>
  <dcterms:modified xsi:type="dcterms:W3CDTF">2026-06-05T09:08:36Z</dcterms:modified>
</cp:coreProperties>
</file>